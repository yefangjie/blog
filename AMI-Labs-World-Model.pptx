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AMI Labs：逃离硅谷，通往世界模型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| AI 范式革命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2026年AI行业经历范式革命</a:t>
            </a:r>
          </a:p>
          <a:p>
            <a:pPr>
              <a:defRPr sz="2200"/>
            </a:pPr>
            <a:r>
              <a:t>世界模型是下一个变革</a:t>
            </a:r>
          </a:p>
          <a:p>
            <a:pPr>
              <a:defRPr sz="2200"/>
            </a:pPr>
            <a:r>
              <a:t>大语言模型 vs 世界模型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| 创纪录融资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25人团队，无产品</a:t>
            </a:r>
          </a:p>
          <a:p>
            <a:pPr>
              <a:defRPr sz="2200"/>
            </a:pPr>
            <a:r>
              <a:t>10.3亿美元种子轮</a:t>
            </a:r>
          </a:p>
          <a:p>
            <a:pPr>
              <a:defRPr sz="2200"/>
            </a:pPr>
            <a:r>
              <a:t>估值35亿美元</a:t>
            </a:r>
          </a:p>
          <a:p>
            <a:pPr>
              <a:defRPr sz="2200"/>
            </a:pPr>
            <a:r>
              <a:t>欧洲AI史上最大种子轮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| 逃离硅谷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放弃硅谷，全球四地布局</a:t>
            </a:r>
          </a:p>
          <a:p>
            <a:pPr>
              <a:defRPr sz="2200"/>
            </a:pPr>
            <a:r>
              <a:t>巴黎、纽约、蒙特利尔、新加坡</a:t>
            </a:r>
          </a:p>
          <a:p>
            <a:pPr>
              <a:defRPr sz="2200"/>
            </a:pPr>
            <a:r>
              <a:t>Yann LeCun + 谢赛宁主导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| 世界模型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模拟真实世界，因果推理</a:t>
            </a:r>
          </a:p>
          <a:p>
            <a:pPr>
              <a:defRPr sz="2200"/>
            </a:pPr>
            <a:r>
              <a:t>Yann LeCun：语言是毒药</a:t>
            </a:r>
          </a:p>
          <a:p>
            <a:pPr>
              <a:defRPr sz="2200"/>
            </a:pPr>
            <a:r>
              <a:t>真正的智能需要理解物理规律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| 关键人物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谢赛宁：两次拒绝Ilya邀请</a:t>
            </a:r>
          </a:p>
          <a:p>
            <a:pPr>
              <a:defRPr sz="2200"/>
            </a:pPr>
            <a:r>
              <a:t>Yann LeCun：图灵奖得主</a:t>
            </a:r>
          </a:p>
          <a:p>
            <a:pPr>
              <a:defRPr sz="2200"/>
            </a:pPr>
            <a:r>
              <a:t>Rich Sutton：强化学习之父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所有人都将通往世界模型</a:t>
            </a:r>
          </a:p>
          <a:p>
            <a:pPr>
              <a:defRPr sz="2200"/>
            </a:pPr>
            <a:r>
              <a:t>真正的AI需要理解世界</a:t>
            </a:r>
          </a:p>
          <a:p>
            <a:pPr>
              <a:defRPr sz="2200"/>
            </a:pPr>
            <a:r>
              <a:t>而非更多参数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